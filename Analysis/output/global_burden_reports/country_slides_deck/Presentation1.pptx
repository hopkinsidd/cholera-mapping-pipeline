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4995" autoAdjust="0"/>
    <p:restoredTop sz="94617"/>
  </p:normalViewPr>
  <p:slideViewPr>
    <p:cSldViewPr snapToGrid="0" snapToObjects="1">
      <p:cViewPr varScale="1">
        <p:scale>
          <a:sx n="96" d="100"/>
          <a:sy n="96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0FC4FB-E486-4089-86E9-4435A822FEB8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AB4A0E-53D7-4EA8-B803-B4A612FB6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12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0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65E87-A067-4C77-AE9F-F26D52160845}" type="datetime5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University of Geneva &amp; Johns Hopkins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1D342-7E94-B940-8CBF-58B8D8706F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270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BA28A-C77B-E04C-D170-D440E703D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EB808F-19AE-E3E7-FB48-D06E13ECE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43DFA-FB2E-409B-B7C6-DB9E909C147B}" type="datetime5">
              <a:rPr lang="en-US" smtClean="0"/>
              <a:t>21-Nov-25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3F3A65-0738-41CC-4C4F-08DE092D8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University of Geneva &amp; Johns Hopkins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F084E6-43C2-B539-A3B0-5DD3645A4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1D342-7E94-B940-8CBF-58B8D8706FB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CF1750F-4F1B-8932-4941-7D27FE52F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027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4D36F-32F1-4D3C-8F5D-BDB07CDB36CA}" type="datetime5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University of Geneva &amp; Johns Hopkins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1D342-7E94-B940-8CBF-58B8D8706FB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36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8CD8B-485F-46EF-9851-0E8C8A0560F3}" type="datetime5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University of Geneva &amp; Johns Hopkins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1D342-7E94-B940-8CBF-58B8D8706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580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78FD5-19EB-41A6-83CC-896C37D30698}" type="datetime5">
              <a:rPr lang="en-US" smtClean="0"/>
              <a:t>21-Nov-25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Geneva &amp; Johns Hopkins University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1D342-7E94-B940-8CBF-58B8D8706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8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43DFA-FB2E-409B-B7C6-DB9E909C147B}" type="datetime5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University of Geneva &amp; Johns Hopkins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F1D342-7E94-B940-8CBF-58B8D8706FB5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A blue and yellow circle with a black background&#10;&#10;Description automatically generated">
            <a:extLst>
              <a:ext uri="{FF2B5EF4-FFF2-40B4-BE49-F238E27FC236}">
                <a16:creationId xmlns:a16="http://schemas.microsoft.com/office/drawing/2014/main" id="{1628B2D6-B460-B647-8B27-144D771F8D9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513983" y="-1"/>
            <a:ext cx="4552784" cy="520573"/>
          </a:xfrm>
          <a:prstGeom prst="rect">
            <a:avLst/>
          </a:prstGeom>
        </p:spPr>
      </p:pic>
      <p:pic>
        <p:nvPicPr>
          <p:cNvPr id="8" name="Picture 7" descr="A pink logo with a black background&#10;&#10;AI-generated content may be incorrect.">
            <a:extLst>
              <a:ext uri="{FF2B5EF4-FFF2-40B4-BE49-F238E27FC236}">
                <a16:creationId xmlns:a16="http://schemas.microsoft.com/office/drawing/2014/main" id="{608AF542-3288-629F-C69C-7ED9702135F0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-514266"/>
            <a:ext cx="2165236" cy="1623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816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5" r:id="rId2"/>
    <p:sldLayoutId id="2147483662" r:id="rId3"/>
    <p:sldLayoutId id="2147483663" r:id="rId4"/>
    <p:sldLayoutId id="2147483664" r:id="rId5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1420B-793C-9541-AA4C-1744B49756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b="0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D689B-AFED-8C44-AB73-433F6FEC31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D3BD9-1832-174D-A2DB-E27F8574D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63C16-6D79-4356-AF96-FEE18DDF662B}" type="datetime5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1C246-9AD6-F510-40B8-FA6DAD455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Infectious Disease Dynamics Group at Johns Hopkins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B8461-1003-221E-847C-74EA53E8A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1D342-7E94-B940-8CBF-58B8D8706F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521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DF18B-3A71-73F6-6FA5-6767F6846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b="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BD9A7-C195-0334-28B2-B7357109C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986C7-69D8-A8D9-B289-2CE50D449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05858-D797-42CA-8326-A718A72955D0}" type="datetime5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AB233-3380-B5CC-10DE-96005AAB3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Infectious Disease Dynamics Group at Johns Hopkins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DD5DF-D6D1-3B33-C9B8-EF890FEFD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1D342-7E94-B940-8CBF-58B8D8706FB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741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0D3EDFD2-F5B6-443C-82FF-84D4846F2407}" vid="{97870639-DD13-4A9B-A092-B2261D4FF6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11</TotalTime>
  <Words>20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Qulu Zheng</dc:creator>
  <cp:lastModifiedBy>Qulu Zheng</cp:lastModifiedBy>
  <cp:revision>10</cp:revision>
  <dcterms:created xsi:type="dcterms:W3CDTF">2024-01-12T17:57:42Z</dcterms:created>
  <dcterms:modified xsi:type="dcterms:W3CDTF">2025-11-21T16:45:24Z</dcterms:modified>
</cp:coreProperties>
</file>